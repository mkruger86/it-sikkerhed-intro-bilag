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39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Reductive (begrænsende)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Formål / 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a-DK" sz="1600"/>
              <a:t>Begrænse konsekvensen, hvis en hændelse sker. Fokus er skadebegrænsning og mindre spredning.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Eksempler på foranstaltninger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da-DK" sz="2000"/>
              <a:t>Brugere og systemer får kun de nødvendige rettigheder, der er brug for. Hvis en konto kompromitteres kan skaden typisk begrænses. Reducerer, hvad en angriber kan gøre med en kompromitteret konto.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Dataminimering og stram dataretention: opbevar </a:t>
            </a:r>
            <a:r>
              <a:rPr lang="en-US" sz="2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nødvendig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og slet efter formål/frist for at </a:t>
            </a:r>
            <a:r>
              <a:rPr lang="en-US" sz="2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reducere betydeligheden af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læk.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(forebyggende)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Formål / 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a-DK" sz="1600"/>
              <a:t>Reducere sandsynligheden for en hændelse. Fokus er at forhindre udnyttelse og fejl</a:t>
            </a: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Eksempler på foranstaltninger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Multifaktorautentifikation: reducerer risikoen ved kompromitterede adgangskoder.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og sikker konfiguration (hardening): lukker kendte sårbarheder og fjerner usikre standardindstillinger.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Firewallregler og applikationskontrol (allow-listing): begrænser uautoriseret kommunikation og kørsel af uønsket kode.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(opklarende)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Formål / 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a-DK" sz="1600"/>
              <a:t>Opdage hændelser hurtigt og pålideligt, så man kan reagere før den evt. volder større stade.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Eksempler på foranstaltninger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logning og SIEM-korrelation med alarmer: samler hændelser og identificerer mønstre på tværs af systemer.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Systems (IDS) og netværksovervågning: opdager mistænkelig trafik og angrebsindikatorer.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 and Response eller filintegritetsmonitorering: opdager afvigelser på klienter og servere.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Recovery / Corrective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Formål / 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a-DK" sz="1600"/>
              <a:t>Håndtere, stoppe, genoprette drift og forsøge at fjerne årsagen til hændelsen, således risikoen for gentagelser formindskes</a:t>
            </a: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Eksempler på foranstaltninger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response-plan, playbooks og eskalationsveje</a:t>
            </a:r>
            <a:r>
              <a:rPr lang="en-US" sz="2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Hurtig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koordineret håndtering (containment, eradication, recovery).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gendannelse og test af restore: muliggør tilbageførsel af data og systemer efter fejl, ransomware eller driftstab.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Korrigerende ændringer: patch af udnyttet sårbarhed, geninstallation af kompromitterede enheder samt rotation af nøgler og credentials.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(evaluerende)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Formål / 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Vurderer om kontrollerne virker efter hensigten, og om risikobilledet har ændret sig. Understøtter styring og compliance.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Eksempler på foranstaltninger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Periodiske risikovurderinger og kontroltest: opdaterer trussels- og sårbarhedsbillede samt prioriteringer.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Sårbarhedsscanning og penetrationstest: måler eksponering og validerer tekniske kontroller.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compliance-gennemgange og “lessons learned” efter hændelser: dokumenterer afvigelser og forbedringspunkter.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Opsummering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27478" y="2325121"/>
            <a:ext cx="928540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Reductive: begræns konsekvens og spredning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Preventive: forhindre at angrebet lykkes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Detective: opdage hurtigt og skabe overblik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Responsive/Corrective: håndtere, genoprette og fjerne rodårsag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måle, revidere og forbedre løbende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419</Words>
  <Application>Microsoft Office PowerPoint</Application>
  <PresentationFormat>Widescreen</PresentationFormat>
  <Paragraphs>46</Paragraphs>
  <Slides>6</Slides>
  <Notes>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Foranstaltninger i risikovurdering</dc:title>
  <dc:subject>Introduktion til IT-sikkerhed – foranstaltninger</dc:subject>
  <dc:creator>ChatGPT</dc:creator>
  <cp:lastModifiedBy>Michael Andersen</cp:lastModifiedBy>
  <cp:revision>16</cp:revision>
  <dcterms:created xsi:type="dcterms:W3CDTF">2026-03-03T00:26:23Z</dcterms:created>
  <dcterms:modified xsi:type="dcterms:W3CDTF">2026-03-03T01:17:18Z</dcterms:modified>
</cp:coreProperties>
</file>